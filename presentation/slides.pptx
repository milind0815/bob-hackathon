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TrialGuard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Clinical Trial Risk Monitor &amp; Protocol Deviation Detector</a:t>
            </a:r>
          </a:p>
          <a:p>
            <a:pPr>
              <a:defRPr sz="2400"/>
            </a:pPr>
            <a:r>
              <a:t>Pharma &amp; Biotech • Team: YOUR TEAM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Thousands of visits across many sites</a:t>
            </a:r>
          </a:p>
          <a:p>
            <a:pPr>
              <a:defRPr sz="2400"/>
            </a:pPr>
            <a:r>
              <a:t>Manual review is reactive</a:t>
            </a:r>
          </a:p>
          <a:p>
            <a:pPr>
              <a:defRPr sz="2400"/>
            </a:pPr>
            <a:r>
              <a:t>Missed visits, wrong doses and prohibited medications can accumulate</a:t>
            </a:r>
          </a:p>
          <a:p>
            <a:pPr>
              <a:defRPr sz="2400"/>
            </a:pPr>
            <a:r>
              <a:t>Risk teams need early warning and prioritization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Protocol → automated comparison → severity → site risk → CAPA</a:t>
            </a:r>
          </a:p>
          <a:p>
            <a:pPr>
              <a:defRPr sz="2400"/>
            </a:pPr>
            <a:r>
              <a:t>Transparent evidence trail from finding to source record</a:t>
            </a:r>
          </a:p>
          <a:p>
            <a:pPr>
              <a:defRPr sz="2400"/>
            </a:pPr>
            <a:r>
              <a:t>Synthetic/de-identified prototype for hackathon demonstration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Machine-readable protocol</a:t>
            </a:r>
          </a:p>
          <a:p>
            <a:pPr>
              <a:defRPr sz="2400"/>
            </a:pPr>
            <a:r>
              <a:t>Deterministic deviation engine</a:t>
            </a:r>
          </a:p>
          <a:p>
            <a:pPr>
              <a:defRPr sz="2400"/>
            </a:pPr>
            <a:r>
              <a:t>Configurable Major / Minor / Administrative labels</a:t>
            </a:r>
          </a:p>
          <a:p>
            <a:pPr>
              <a:defRPr sz="2400"/>
            </a:pPr>
            <a:r>
              <a:t>Leading-indicator site risk score</a:t>
            </a:r>
          </a:p>
          <a:p>
            <a:pPr>
              <a:defRPr sz="2400"/>
            </a:pPr>
            <a:r>
              <a:t>CAPA-ready mitigation draft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Bob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Project-level MCP server</a:t>
            </a:r>
          </a:p>
          <a:p>
            <a:pPr>
              <a:defRPr sz="2400"/>
            </a:pPr>
            <a:r>
              <a:t>Bob invokes TrialGuard analysis tools</a:t>
            </a:r>
          </a:p>
          <a:p>
            <a:pPr>
              <a:defRPr sz="2400"/>
            </a:pPr>
            <a:r>
              <a:t>Bob investigates high-risk sites</a:t>
            </a:r>
          </a:p>
          <a:p>
            <a:pPr>
              <a:defRPr sz="2400"/>
            </a:pPr>
            <a:r>
              <a:t>Bob drafts evidence-backed CAPA</a:t>
            </a:r>
          </a:p>
          <a:p>
            <a:pPr>
              <a:defRPr sz="2400"/>
            </a:pPr>
            <a:r>
              <a:t>Human Clinical/Quality review remains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Dashboard KPIs</a:t>
            </a:r>
          </a:p>
          <a:p>
            <a:pPr>
              <a:defRPr sz="2400"/>
            </a:pPr>
            <a:r>
              <a:t>Risk-ranked sites</a:t>
            </a:r>
          </a:p>
          <a:p>
            <a:pPr>
              <a:defRPr sz="2400"/>
            </a:pPr>
            <a:r>
              <a:t>Deviation evidence</a:t>
            </a:r>
          </a:p>
          <a:p>
            <a:pPr>
              <a:defRPr sz="2400"/>
            </a:pPr>
            <a:r>
              <a:t>CAPA report download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User → Dashboard / IBM Bob → MCP → Risk Engine</a:t>
            </a:r>
          </a:p>
          <a:p>
            <a:pPr>
              <a:defRPr sz="2400"/>
            </a:pPr>
            <a:r>
              <a:t>Protocol JSON + synthetic records → deviation engine</a:t>
            </a:r>
          </a:p>
          <a:p>
            <a:pPr>
              <a:defRPr sz="2400"/>
            </a:pPr>
            <a:r>
              <a:t>Risk engine → prioritized sites → CAPA generator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Connect to EDC/CTMS systems</a:t>
            </a:r>
          </a:p>
          <a:p>
            <a:pPr>
              <a:defRPr sz="2400"/>
            </a:pPr>
            <a:r>
              <a:t>Continuous monitoring and trend alerts</a:t>
            </a:r>
          </a:p>
          <a:p>
            <a:pPr>
              <a:defRPr sz="2400"/>
            </a:pPr>
            <a:r>
              <a:t>Sponsor-specific SOP mappings</a:t>
            </a:r>
          </a:p>
          <a:p>
            <a:pPr>
              <a:defRPr sz="2400"/>
            </a:pPr>
            <a:r>
              <a:t>Audit-ready evidence trails</a:t>
            </a:r>
          </a:p>
          <a:p>
            <a:pPr>
              <a:defRPr sz="2400"/>
            </a:pPr>
            <a:r>
              <a:t>Scale from prototype to risk-based oversight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